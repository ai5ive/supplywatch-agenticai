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__SupplyWatch_-_A_Multi-Agent__Orchestrated_AI_System_for_Supplier_Ris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__The_Problem_-_Risks_Hide_Until_They_re_Cost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__The_Solution_-_Agentic_Al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__Architecture__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__Powered_by_Azure_-_End_to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__Responsible_AI_-_Built-In_Securit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__Live_Demo_-_Monitoring_Supplier_A2_Over_12_Mon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__Key_Learnings_-_Adapting_to_Real-World_Constr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__SupplyWatch_-_From_Reactive_to_Pro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Chichi Iwuorie</cp:lastModifiedBy>
  <cp:revision>1</cp:revision>
  <dcterms:created xsi:type="dcterms:W3CDTF">2013-01-27T09:14:16Z</dcterms:created>
  <dcterms:modified xsi:type="dcterms:W3CDTF">2026-03-27T06:03:29Z</dcterms:modified>
  <cp:category/>
</cp:coreProperties>
</file>